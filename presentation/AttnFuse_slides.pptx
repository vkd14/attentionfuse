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AttnFuse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An Embedded Python DSL for Compiling Attention to Fused GPU Kernels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Varun Kumar Dasoju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CS 790 / 657 — Domain-Specific Programming for AI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What Is This Project About?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In one sentence: we make new kinds of AI attention easy to build and fast to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Modern AI models (like ChatGPT) read text using something called attention.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Attention is the part of the model that decides which words matter most.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It is also the slowest part — for long texts, it eats most of the GPU time.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Researchers keep inventing new attention recipes, but each one takes weeks of expert GPU coding.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AttnFuse: write the recipe in 5 lines of Python — we compile it into a fast GPU program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What Is 'Attention' in AI? — A Simple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Think of attention like a smart highlighter inside the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When you read “She bought a red apple,” your brain links “red” to “apple.”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An AI does the same: for every word it reads, it glances back at the other words.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It writes down a score for every pair of words — a giant N×N scoreboard.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Then it mixes the words together, weighted by those scores.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Result: the model “understands” each word in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The Math, Stripped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Three lists per word, then matrix multiply, then softmax, then multiply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Each word gets three vectors: Q (a question), K (a label), V (the info it carries).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S = Q · Kᵀ  — how well does word i’s question match word j’s label?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P = softmax(S)  — turn raw scores into percentages that add up to 1.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O = P · V  — blend the info, weighted by attention.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That’s it. Everything else (causal, sliding-window, ALiBi, RoPE) is a tweak on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Why Is Attention Slow?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The N×N scoreboard explodes as the text gets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For N = 4096 words, the scoreboard has ~16 million entries — per attention head, per layer.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 GPT-2 size model has many heads × many layers → tens of billions of entries.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The GPU must write that scoreboard to slow memory (HBM) and read it back.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Memory traffic, not math, becomes the bottleneck.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Standard PyTorch makes this worse by launching 5+ separate GPU kernels (Q·K, scale, mask, softmax, ·V).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FlashAttention: The Hand-Optimised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It is faster — but only for a fixed set of attention shapes.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FlashAttention (Dao 2022, 2023) never writes the full N×N scoreboard.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It processes tiny tiles, keeping running max &amp; sum in fast on-chip memory.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Same answer, 2–4× faster, way less memory.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Catch: it is hand-written CUDA. It only supports dense and causal attention.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New ideas (sliding-window, ALiBi, RoPE, sparse) need fresh CUDA — weeks of expert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The Real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Researchers want to try new attention shapes. The tooling doesn’t cooperate.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Sliding-window — only attend to the last 256 words (Mistral, Longformer).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ALiBi — penalise far-away words (used in BLOOM, GPT-NeoX).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RoPE — rotate Q and K by position (LLaMA, Mistral).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Block-sparse — only attend to chosen blocks (BigBird).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PyTorch SDPA covers only dense + causal; everything else falls back to slow O(N²) code.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There is no middle ground between “write CUDA for weeks” and “run slowly.”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AttnFuse —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A tiny “recipe language” for attention, plus a compiler.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You write the attention as a short Python function using building blocks.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Our compiler turns it into one fused GPU kernel automatically.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Fused = all the steps (score, mask, softmax, mix) happen in one go, in fast memory.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No CUDA, no Triton expertise required.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Same speed class as hand-written FlashAttention; supports any combination of building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What the User Writes (the Whole Thing!)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Five lines. The first call compiles a fused GPU kernel; later calls are &lt;200 µs.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72800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import attnfuse as af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@af.attention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def my_attn(Q, K, V):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    s = af.scaled_dot_product(Q, K)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    s = af.causal(s)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    s = af.alibi(s, num_heads=12)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    return af.softmax(s) @ V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800">
                <a:solidFill>
                  <a:srgbClr val="E6E6E6"/>
                </a:solidFill>
                <a:latin typeface="Consolas"/>
              </a:defRPr>
            </a:pPr>
            <a:r>
              <a:t>out = my_attn(Q, K, V)   # JIT-compiles a fused Triton kernel on first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The Building Blocks (Combinators)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Like LEGO bricks for attention. Snap them together in any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 Score: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–  scaled_dot_product(Q, K) — the basic score math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–  rope(Q, K) — rotate Q, K by position before scoring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 Mask: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–  causal(s) — only look at past words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–  sliding_window(s, W) — only look W words back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 Bias: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–  alibi(s) — distance penalty   •   additive_bias(s) — your own bias tensor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</a:defRPr>
            </a:pPr>
            <a:r>
              <a:t>•  Normalise: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  –  softmax(s) — the standard one   •   relu_attention(s) — a research 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How the Compiler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Two-level IR (intermediate representation) + four passes — like a recipe → meal.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Trace — run the user’s Python once with fake tensors; capture the graph.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Fuse — recognise the (score → mask → bias → softmax → mix) pattern.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Tile — pick block sizes for the GPU (BLOCK_M, BLOCK_N, num_warps).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Lower — flatten the graph to a tile-loop recipe.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Codegen — emit one Triton source file; Triton’s JIT turns it into GPU code.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Result is cached by a hash of the graph: same recipe → reuse the kernel.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One Kernel, Many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The trick: compile-time switches (tl.constexpr), zero runtime branching.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We write ONE big templated Triton kernel.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It carries flags: MASK_KIND, BIAS_KIND, NORM_KIND, ROPE_KIND.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Triton’s JIT specialises a brand-new GPU binary for each unique combination.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Inside the kernel: zero if-branches in the hot path — the dead code is gone.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Adding a new variant = a few lines of codegen, not a new kernel.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The Magic Inside: Online 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How we get FlashAttention behaviour without ever storing the N×N scoreboard.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Naive softmax needs the full row of scores at once — impossible at N = 4096.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Online softmax keeps two running numbers per row:  m (max),  ℓ (sum).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As each tile of K, V arrives, we update m, ℓ, and a partial output.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Old contributions get rescaled when a new max appears.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End of the loop → exact same numbers as the naive version, but never materialised.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Memory cost: O(N) instead of O(N²).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Our Novel Trick — Fused RoPE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RoPE = Rotary Position Embedding (LLaMA, Mistral). We rotate inside the kernel.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Normally: two extra GPU kernels rotate Q and K, write results back to slow memory.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AttnFuse: rotate Q once before the inner loop, rotate K tiles as they are loaded.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All in registers — no extra trip to HBM.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1.18× faster at N = 4096 → 2.29× faster at N = 512.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To our knowledge, the first compiler-generated fused RoPE (prior implementations are hand-written).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Headline Results (RTX 3090, fp16, N = 4096)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AttnFuse vs PyTorch SDPA — same model, same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Dense:                 AttnFuse 59 TFLOPS   |   SDPA 70 TFLOPS   →   0.85× (matches FA2)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Causal:               AttnFuse 105 TFLOPS  |   SDPA 122 TFLOPS  →   0.86× (matches FA2)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Sliding-window W=256:  AttnFuse 298 TFLOPS  |   SDPA  7.8 TFLOPS →  38× faster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Causal + ALiBi:        AttnFuse  98 TFLOPS  |   SDPA  5.6 TFLOPS →  17× faster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120640"/>
            <a:ext cx="10972800" cy="914400"/>
          </a:xfrm>
          <a:prstGeom prst="round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For variants SDPA doesn’t accelerate, AttnFuse is the only sub-quadratic option — no custom CUDA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Memory + Multi-Dtype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32× less memory, three precisions, three baselines.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Peak GPU memory at N=4096: AttnFuse 200 MB vs naive PyTorch 3,176 MB (≈ 32× less).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fp16 / bfloat16 / fp32 all supported with dtype-aware tile configs.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bfloat16 causal at N=4096:  108 TFLOPS (slightly faster than fp16 on Ampere).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fp32 causal:  44 TFLOPS — 3.2× faster than PyTorch SDPA fp32 (which loses its flash path).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Verified by 25 GPU unit tests across all variants and dtypes.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400">
                <a:solidFill>
                  <a:srgbClr val="1B3A5C"/>
                </a:solidFill>
              </a:defRPr>
            </a:pPr>
            <a:r>
              <a:t>Costs, Limitations, and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Trade-offs, what’s missing, and the take-home.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First-call JIT compile: 0.8–1.8 s. Cached: &lt;200 µs. Pay once, fast forever.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Forward pass only — no training (backward kernel is future work).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Single GPU; head dim must be a power of 2 ≤ 256; no block-sparse yet.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What we shipped: 7 combinators, 2-level IR, 4-pass compiler, fused RoPE,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–  25 GPU tests, 3 dtypes, 4 sequence lengths, 3 baselines, full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Bottom line: declarative attention DSL with FA2-level performance, plus 17–38× wins on variants SDPA can’t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AttnFuse  •  CS 790/657  •  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